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192500" cy="10477500"/>
  <p:notesSz cx="10477500" cy="16192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192500" cy="1047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2026-07-02T12:26:34Z</dcterms:created>
  <dcterms:modified xsi:type="dcterms:W3CDTF">2026-07-02T12:26:34Z</dcterms:modified>
</cp:coreProperties>
</file>